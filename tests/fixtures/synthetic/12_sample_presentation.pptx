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</a:rPr>
              <a:t>LakPDF Presentation Slide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Slide 1 Body: Automated testing of slides to PDF conversion.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6749"/>
                </a:solidFill>
              </a:rPr>
              <a:t>LakPDF Presentation Slide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Slide 2 Body: Verifying slide count, dimensions, and text fidelity.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2026-10-06T22:29:37Z</dcterms:created>
  <dcterms:modified xsi:type="dcterms:W3CDTF">2026-10-06T22:29:37Z</dcterms:modified>
</cp:coreProperties>
</file>